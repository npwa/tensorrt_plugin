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 per request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PyTorch
eager</c:v>
                  </c:pt>
                  <c:pt idx="1">
                    <c:v>torch.compile</c:v>
                  </c:pt>
                  <c:pt idx="2">
                    <c:v>Standalone
CUDA kernel</c:v>
                  </c:pt>
                  <c:pt idx="3">
                    <c:v>TensorRT
engine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0.6778</c:v>
                </c:pt>
                <c:pt idx="1">
                  <c:v>0.1647</c:v>
                </c:pt>
                <c:pt idx="2">
                  <c:v>0.0759</c:v>
                </c:pt>
                <c:pt idx="3">
                  <c:v>0.0768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Milliseconds per request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/ second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 stream
(fully serial)</c:v>
                  </c:pt>
                  <c:pt idx="1">
                    <c:v>4 streams</c:v>
                  </c:pt>
                  <c:pt idx="2">
                    <c:v>8 streams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13016.9</c:v>
                </c:pt>
                <c:pt idx="1">
                  <c:v>17873.9</c:v>
                </c:pt>
                <c:pt idx="2">
                  <c:v>17633.7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Requests per second (throughput)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4754880" cy="47548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4173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/tmp/claude-1001/-home-npalmass-work-Evol-inference/a73e848c-9ae9-41bb-8cca-4eccbf875541/scratchpad/tensorrt_deck/icon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1603858"/>
            <a:ext cx="404165" cy="4041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331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RESULTS OVERVIEW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97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LLM Inference Faster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6118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hand-written GPU kernel, wrapped for production — explained for a general audience, with the real, measured numbers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Phi-3-mini-4k-instruct    •    GPU: NVIDIA RTX 3080    •    Project: TensorRT_plugin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You Chat With an AI?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/tmp/claude-1001/-home-npalmass-work-Evol-inference/a73e848c-9ae9-41bb-8cca-4eccbf875541/scratchpad/tensorrt_deck/icon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9952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Language Model Is a Giant Math Machine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468880"/>
            <a:ext cx="47091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(LLM) turns your text into a huge list of numbers, then runs those numbers through billions of simple multiply-and-add calculations to predict the next word, one piece at a time. It has no "understanding" module — it is calculation, repeated at enormous scale.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080760" y="160020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55080" y="18745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/tmp/claude-1001/-home-npalmass-work-Evol-inference/a73e848c-9ae9-41bb-8cca-4eccbf875541/scratchpad/tensorrt_deck/icon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781" y="19952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95160" y="1856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Needs a GPU, Not Just a CPU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2468880"/>
            <a:ext cx="47091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CPU is like one highly skilled chef: fast and flexible, but working through tasks mostly one at a time. A GPU is like a kitchen with thousands of line cooks, each doing one simple, repeated step — perfect for the millions of small, identical multiplications an LLM needs, all at once.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is about making that GPU math run faster — without changing what the model predicts.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Shrink the Model? (Quantization)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544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stores billions of numbers ("weights"). Normally each one is measured very precisely — like pricing something to the exact penny. Quantization rounds those numbers to a coarser scale to save memory and time, at a small, controlled accuracy cost.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Precision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 stored with lots of decimal detail — accurate, but takes more memory and more time to move around.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to the penny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0624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2A93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INT4 (this project)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 is rounded to one of 16 compact codes, plus a small shared "scale" (conversion factor) per neighborhood — 4x smaller, much faster to read.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to the nearest dollar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0956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18388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measured accuracy loss in exchange for a much smaller, much faster model. This project keeps that loss standard and well understood, and focuses on the speed side.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18388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deliberate, honest trade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"CUDA Kernel"?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087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CUDA kernel is a small program written to run on the GPU — executed by thousands of threads at the same time, each one handling one tiny piece of a big calculation. Writing one by hand (instead of using an off-the-shelf library) means you control exactly how that work is split up.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51460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290962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770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Version: Naive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38328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computes one output value, working through its piece of the math step by step — simple to write, and a safe way to first prove the math is correct. But it turns out to be slow: it wastes most of the GPU’s time waiting on memory (next slide).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26480" y="251460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00800" y="27889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4" name="Image 2" descr="/tmp/claude-1001/-home-npalmass-work-Evol-inference/a73e848c-9ae9-41bb-8cca-4eccbf875541/scratchpad/tensorrt_deck/icon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290962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40880" y="2770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Version: Optimized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0" y="338328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32 threads ("a warp") cooperate: they share work through fast on-chip memory and read data in neighboring chunks instead of scattered ones. Same math, same answer — verified against the first version — just far less wasted GPU work.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02920" y="5349240"/>
            <a:ext cx="11155680" cy="621792"/>
          </a:xfrm>
          <a:prstGeom prst="roundRect">
            <a:avLst>
              <a:gd name="adj" fmla="val 14706"/>
            </a:avLst>
          </a:prstGeom>
          <a:solidFill>
            <a:srgbClr val="0B2038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77240" y="534924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4.3x faster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optimized kernel vs. the naive one, same GPU, same shape, same correctness checks.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Was the First Kernel Slow? Memory "Sectors"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087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memory isn’t fetched one number at a time — it comes in fixed-size chunks, called sectors (like pulling a whole tray off a shelf even if you only wanted one item on it). If neighboring threads ask for scattered data, most of every tray fetched goes unused.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6060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862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Kernel: Scattered Requests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10.67</a:t>
            </a:r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trays fetched to get the data that fit in about 2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" y="4206240"/>
            <a:ext cx="4754880" cy="365760"/>
          </a:xfrm>
          <a:prstGeom prst="rect">
            <a:avLst/>
          </a:prstGeom>
          <a:solidFill>
            <a:srgbClr val="E4E9ED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4206240"/>
            <a:ext cx="665683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used  •  86% wasted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029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38% of the GPU’s compute power was even being used — it spent most of its time waiting on memory, not calculating.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26060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0" y="2862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Optimized Kernel: Neighboring Requests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3832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1.60</a:t>
            </a:r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trays fetched for the same data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6400800" y="4206240"/>
            <a:ext cx="4754880" cy="365760"/>
          </a:xfrm>
          <a:prstGeom prst="rect">
            <a:avLst/>
          </a:prstGeom>
          <a:solidFill>
            <a:srgbClr val="E4E9ED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4206240"/>
            <a:ext cx="4754880" cy="3657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every byte fetched gets used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029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GPU with NVIDIA’s Nsight Compute profiler, both before and after the fix — not estimated.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QUICK DEFINITIONS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Numbers: Two Terms You’ll See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9952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"Warm-Up"?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very first time any program runs on the GPU, there’s one-time setup overhead — like a car engine on a cold morning, or a printer’s first page taking longer. To measure true, steady-state speed, every benchmark in this project runs a few throwaway "warm-up" passes first, then times many real runs afterward and reports the middle (median) value — so one unlucky slow run doesn’t skew the result.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00800" y="18745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19952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40880" y="1856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"Group Size"?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single conversion factor for an entire giant list of weights, the numbers are split into small neighborhoods of 128, and each neighborhood gets its own tiny scale — like a local exchange rate per city block instead of one rate for an entire country. Smaller groups keep more accuracy; this project uses 128 as a standard, well-understood balance of accuracy and storage cost.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Model Weights to a Running Server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70052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0B203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0052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53132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037180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0B203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037180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20260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204308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04308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987388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371436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71436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54516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9538564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538564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91276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many requests at once, in parallel 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18908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18908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660740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60740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2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602572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602572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3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544404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544404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4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7033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7240" y="3977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1" name="Image 1" descr="/tmp/claude-1001/-home-npalmass-work-Evol-inference/a73e848c-9ae9-41bb-8cca-4eccbf875541/scratchpad/tensorrt_deck/icon_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4098341"/>
            <a:ext cx="261518" cy="26151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41732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"Plugin"?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77724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 is NVIDIA’s automatic deployment optimizer — but it doesn’t know our custom operation out of the box. A plugin teaches it a brand-new building block, the same way installing an add-on lets a photo editor open a file format it wasn’t originally built to handle.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126480" y="37033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400800" y="397764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6" name="Image 2" descr="/tmp/claude-1001/-home-npalmass-work-Evol-inference/a73e848c-9ae9-41bb-8cca-4eccbf875541/scratchpad/tensorrt_deck/icon_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4098341"/>
            <a:ext cx="261518" cy="261518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0408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an "Inference Harness"?</a:t>
            </a:r>
            <a:endParaRPr lang="en-US" sz="1700" dirty="0"/>
          </a:p>
        </p:txBody>
      </p:sp>
      <p:sp>
        <p:nvSpPr>
          <p:cNvPr id="38" name="Text 33"/>
          <p:cNvSpPr txBox="1"/>
          <p:nvPr/>
        </p:nvSpPr>
        <p:spPr>
          <a:xfrm>
            <a:off x="640080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wrapper: it loads the compiled, optimized engine, manages GPU memory safely, and serves many requests at once — like a restaurant kitchen with several cooks working in parallel, instead of one cook finishing an entire order before starting the next.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Run the Same Math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weights, same input, same warm-up-then-median timing — lower is faster. Each bar is one way of running the identical dequantize-and-multiply operation.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726680" y="196596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01000" y="2194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~9x faster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788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default PyTorch path, using the standalone hand-written kernel.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726680" y="416052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01000" y="4389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wrapper tax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89204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TensorRT engine (0.0768ms) ties the standalone kernel (0.0759ms) within noise — wrapping it for production cost nothing measurable.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EXPLAINED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Plain PyTorch So Much Slower?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856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Slow Way: Two Separate Trips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DF1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23774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Decompress the entire compact weight table into a full-size table in memory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32461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DF1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2461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Then read that full-size table back and multiply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full round-trip through GPU memory for a table that’s used once and thrown away.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26480" y="16002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00800" y="1856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Fast Way: Fused in One Pass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0" y="237744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2A93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237744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Decompress and multiply together, on the fly — no detour through a throwaway full-size table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the hand-written kernel and the TensorRT plugin both do.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11155680" cy="621792"/>
          </a:xfrm>
          <a:prstGeom prst="roundRect">
            <a:avLst>
              <a:gd name="adj" fmla="val 14706"/>
            </a:avLst>
          </a:prstGeom>
          <a:solidFill>
            <a:srgbClr val="0B203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84632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twice, independently: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vendor-library baseline (cuBLAS) built the slow way was also the slowest option tested for the kernel alone — this isn’t a one-off result.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box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Serving Many Requests at Once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C++ harness can run several requests in parallel, each with its own GPU "lane" (stream). More lanes should mean more throughput — up to a point.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726680" y="196596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01000" y="2194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788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throughput running 4 requests in parallel vs. one at a time, fully overlapped.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726680" y="416052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01000" y="4389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Gains level off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89204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streams gave no further gain. This is a small, single-operation workload — not much waiting-around time was left to fill with overlap.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RESULTS HONESTLY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These Numbers Representative of Real Use?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answer: they honestly measure one building block in isolation — not a full chatbot response.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192024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1762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Actually Measured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operation (one linear layer), in isolation — not a full model forward pass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fixed input size (a small batch of 2 requests)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 step only — not tokenization, sampling, or network overhead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26480" y="192024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00800" y="21762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Full Production Serving Adds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layers chained together across a full forward pass, not one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Varying, often much larger batch sizes than 2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and KV-cache work, which this project didn’t build (noted stretch goal)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5303520"/>
            <a:ext cx="11155680" cy="640080"/>
          </a:xfrm>
          <a:prstGeom prst="roundRect">
            <a:avLst>
              <a:gd name="adj" fmla="val 14286"/>
            </a:avLst>
          </a:prstGeom>
          <a:solidFill>
            <a:srgbClr val="0B20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show the engineering technique genuinely works. A full-model benchmark is the natural next step to see how much of this gain survives end to end.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66928" cy="566928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63898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5029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Actually Showed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2920" y="1563624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56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150876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thin wrapper adds no real cost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189280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TensorRT plugin ties the raw hand-written kernel’s speed, within noise.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2496312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2920" y="2496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69848" y="244144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Fixing memory access alone bought 4.3x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69848" y="282549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concrete profiler diagnosis (86% of memory fetches wasted), not a guess.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3429000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337413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Skipping the fused path is consistently the slowest route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3758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two separate, independent ways: a vendor-library baseline, and plain PyTorch.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4361688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2920" y="4361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430682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torch.compile helps, but doesn’t close the gap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069848" y="46908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compilation gets partway there; hand-tuned code still wins by ~2x.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5294376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02920" y="5294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69848" y="523951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results describe one building block, not the whole model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069848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end-to-end benchmark is the honest next step.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2026-09-23T05:25:19Z</dcterms:created>
  <dcterms:modified xsi:type="dcterms:W3CDTF">2026-09-23T05:25:19Z</dcterms:modified>
</cp:coreProperties>
</file>